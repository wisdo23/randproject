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— Rand Lottery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Purpose: generate, display, and share lottery results (downloadable images + social share)</a:t>
            </a:r>
          </a:p>
          <a:p>
            <a:pPr>
              <a:defRPr sz="1800"/>
            </a:pPr>
            <a:r>
              <a:t>Two-tier app: frontend (UI/UX) and backend (API, DB, social integrations)</a:t>
            </a:r>
          </a:p>
          <a:p>
            <a:pPr>
              <a:defRPr sz="1800"/>
            </a:pPr>
            <a:r>
              <a:t>Design emphasis: mobile-first, accessible, and shareable result cards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frontend/ — Vite + React + TypeScript + Tailwind; UI components and pages</a:t>
            </a:r>
          </a:p>
          <a:p>
            <a:pPr>
              <a:defRPr sz="1800"/>
            </a:pPr>
            <a:r>
              <a:t>backend/ — FastAPI, SQLAlchemy, async repositories, services, and API routes</a:t>
            </a:r>
          </a:p>
          <a:p>
            <a:pPr>
              <a:defRPr sz="1800"/>
            </a:pPr>
            <a:r>
              <a:t>public/ or assets/ — images and design assets copied into frontend/src/assets</a:t>
            </a:r>
          </a:p>
          <a:p>
            <a:pPr>
              <a:defRPr sz="1800"/>
            </a:pPr>
            <a:r>
              <a:t>backend/docs/ — helper scripts and documentation (slide generator, README)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Tech: React 18, TypeScript, TailwindCSS, shadcn/ui (Radix), lucide-react icons</a:t>
            </a:r>
          </a:p>
          <a:p>
            <a:pPr>
              <a:defRPr sz="1800"/>
            </a:pPr>
            <a:r>
              <a:t>Routing: Vite + React Router (pages under src/pages)</a:t>
            </a:r>
          </a:p>
          <a:p>
            <a:pPr>
              <a:defRPr sz="1800"/>
            </a:pPr>
            <a:r>
              <a:t>State/data: React Query for fetching results from backend APIs</a:t>
            </a:r>
          </a:p>
          <a:p>
            <a:pPr>
              <a:defRPr sz="1800"/>
            </a:pPr>
            <a:r>
              <a:t>UI patterns: component library under src/components, design-specific components in src/components/design9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Key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src/pages/* — top-level pages (Dashboard, Games, History, PostResults)</a:t>
            </a:r>
          </a:p>
          <a:p>
            <a:pPr>
              <a:defRPr sz="1800"/>
            </a:pPr>
            <a:r>
              <a:t>src/components/results/* — result-related UI (cards, share panel, generator)</a:t>
            </a:r>
          </a:p>
          <a:p>
            <a:pPr>
              <a:defRPr sz="1800"/>
            </a:pPr>
            <a:r>
              <a:t>src/lib/api.ts — typed API client for backend endpoints</a:t>
            </a:r>
          </a:p>
          <a:p>
            <a:pPr>
              <a:defRPr sz="1800"/>
            </a:pPr>
            <a:r>
              <a:t>src/lib/imageGenerator.ts — robust html2canvas capture helper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FastAPI app structured with api/, services/, repositories/, models/</a:t>
            </a:r>
          </a:p>
          <a:p>
            <a:pPr>
              <a:defRPr sz="1800"/>
            </a:pPr>
            <a:r>
              <a:t>Async SQLAlchemy session pattern under backend/app/db/session.py</a:t>
            </a:r>
          </a:p>
          <a:p>
            <a:pPr>
              <a:defRPr sz="1800"/>
            </a:pPr>
            <a:r>
              <a:t>Pydantic settings for environment variables and secrets</a:t>
            </a:r>
          </a:p>
          <a:p>
            <a:pPr>
              <a:defRPr sz="1800"/>
            </a:pPr>
            <a:r>
              <a:t>Service layer handles external integrations (WhatsApp/provider upload + send)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Key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backend/app/api/ — route handlers (social.py, games.py, results.py)</a:t>
            </a:r>
          </a:p>
          <a:p>
            <a:pPr>
              <a:defRPr sz="1800"/>
            </a:pPr>
            <a:r>
              <a:t>backend/app/services/ — business logic (social_media.py, games.py, results.py)</a:t>
            </a:r>
          </a:p>
          <a:p>
            <a:pPr>
              <a:defRPr sz="1800"/>
            </a:pPr>
            <a:r>
              <a:t>backend/app/models/ — SQLAlchemy models for Game, Draw, Result</a:t>
            </a:r>
          </a:p>
          <a:p>
            <a:pPr>
              <a:defRPr sz="1800"/>
            </a:pPr>
            <a:r>
              <a:t>backend/app/repositories/ — DB access patterns encapsulating queries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Game: metadata about lottery/game (name, type, assets)</a:t>
            </a:r>
          </a:p>
          <a:p>
            <a:pPr>
              <a:defRPr sz="1800"/>
            </a:pPr>
            <a:r>
              <a:t>Draw: scheduled occurrence with draw number and date</a:t>
            </a:r>
          </a:p>
          <a:p>
            <a:pPr>
              <a:defRPr sz="1800"/>
            </a:pPr>
            <a:r>
              <a:t>Result: winning numbers, machine numbers, and associations to Draw/Game</a:t>
            </a:r>
          </a:p>
          <a:p>
            <a:pPr>
              <a:defRPr sz="1800"/>
            </a:pPr>
            <a:r>
              <a:t>Result attachments: image URLs or media ids for shared assets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APIs &amp;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GET /games — list available games</a:t>
            </a:r>
          </a:p>
          <a:p>
            <a:pPr>
              <a:defRPr sz="1800"/>
            </a:pPr>
            <a:r>
              <a:t>POST /results — submit new results (admin flow)</a:t>
            </a:r>
          </a:p>
          <a:p>
            <a:pPr>
              <a:defRPr sz="1800"/>
            </a:pPr>
            <a:r>
              <a:t>GET /results/{id} — retrieve rendered result data</a:t>
            </a:r>
          </a:p>
          <a:p>
            <a:pPr>
              <a:defRPr sz="1800"/>
            </a:pPr>
            <a:r>
              <a:t>POST /social/post — accept `image_base64` + `whatsapp_recipient` to send images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Dev 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Docker Compose present in `backend/docker-compose.yml` for postgres + app</a:t>
            </a:r>
          </a:p>
          <a:p>
            <a:pPr>
              <a:defRPr sz="1800"/>
            </a:pPr>
            <a:r>
              <a:t>Backend Dockerfile and environment variables via `.env`</a:t>
            </a:r>
          </a:p>
          <a:p>
            <a:pPr>
              <a:defRPr sz="1800"/>
            </a:pPr>
            <a:r>
              <a:t>Frontend: Vite dev server for local work; build for production artifacts</a:t>
            </a:r>
          </a:p>
          <a:p>
            <a:pPr>
              <a:defRPr sz="1800"/>
            </a:pPr>
            <a:r>
              <a:t>Recommendation: host backend on a managed host, use environment secrets store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Secrets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Do not commit `.env` with tokens; use platform secrets manager</a:t>
            </a:r>
          </a:p>
          <a:p>
            <a:pPr>
              <a:defRPr sz="1800"/>
            </a:pPr>
            <a:r>
              <a:t>WhatsApp/Provider tokens required for live sending</a:t>
            </a:r>
          </a:p>
          <a:p>
            <a:pPr>
              <a:defRPr sz="1800"/>
            </a:pPr>
            <a:r>
              <a:t>Use HTTPS for all public endpoints and validate incoming webhooks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Unit tests for services and repositories (add pytest)</a:t>
            </a:r>
          </a:p>
          <a:p>
            <a:pPr>
              <a:defRPr sz="1800"/>
            </a:pPr>
            <a:r>
              <a:t>End-to-end testing: simulate result creation → capture → social POST</a:t>
            </a:r>
          </a:p>
          <a:p>
            <a:pPr>
              <a:defRPr sz="1800"/>
            </a:pPr>
            <a:r>
              <a:t>Manual QA: verify captured image alignment and fonts across platforms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Rate limits &amp; messaging costs depend on provider (Meta or third-party)</a:t>
            </a:r>
          </a:p>
          <a:p>
            <a:pPr>
              <a:defRPr sz="1800"/>
            </a:pPr>
            <a:r>
              <a:t>Monitoring: add logs for message send status and webhook callbacks</a:t>
            </a:r>
          </a:p>
          <a:p>
            <a:pPr>
              <a:defRPr sz="1800"/>
            </a:pPr>
            <a:r>
              <a:t>Add retry/backoff for media upload and message send failures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Decide provider for production (Meta Cloud API vs MessageBird/Infobip)</a:t>
            </a:r>
          </a:p>
          <a:p>
            <a:pPr>
              <a:defRPr sz="1800"/>
            </a:pPr>
            <a:r>
              <a:t>Provide credentials for an end-to-end dry-run or grant me permission to run tests</a:t>
            </a:r>
          </a:p>
          <a:p>
            <a:pPr>
              <a:defRPr sz="1800"/>
            </a:pPr>
            <a:r>
              <a:t>Add screenshots to slides (I can capture or you can upload) and regenerate PPT/PDF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